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прошлой встречи: вместо отдельных подгонок под каждый эксперимент сделана одна модель на основе исходной, один набор параметров для всех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итерация подгонки пересчитывает все наборы с одними и теми же параметрами.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прибор не меряет концентрацию. Датчик медленный (спад 60 мс) и копит сигнал; NMDA-рецептор тоже. Поэтому модель считает именно то, что регистрировал прибор.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график считается из одного и того же c(r,t). Средняя концентрация в щели (справа внизу) в подгонку не входила, но близка к оценке Clements из их же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Подробности, все числа и ответы на мелкие вопросы: docs/unified_model.md в репозитории.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Сибирский федеральный университет · единая модель · 13.10.2026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Единая модель диффузии глутамата: один набор параметров для всех экспериментов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Модель курсовой (main.py), подогнанная методом наименьших квадратов сразу к 7 наборам измерений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Владислав, группа БФ23-05Б · 13.10.2026</a:t>
            </a:r>
            <a:endParaRPr lang="en-US" sz="1600" dirty="0"/>
          </a:p>
        </p:txBody>
      </p:sp>
      <p:sp>
        <p:nvSpPr>
          <p:cNvPr id="4" name="motif_dot"/>
          <p:cNvSpPr/>
          <p:nvPr/>
        </p:nvSpPr>
        <p:spPr>
          <a:xfrm>
            <a:off x="7955280" y="457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Замечание и что сделано</a:t>
            </a:r>
            <a:endParaRPr lang="en-US" sz="2200" dirty="0"/>
          </a:p>
        </p:txBody>
      </p:sp>
      <p:sp>
        <p:nvSpPr>
          <p:cNvPr id="3" name="was_card"/>
          <p:cNvSpPr/>
          <p:nvPr/>
        </p:nvSpPr>
        <p:spPr>
          <a:xfrm>
            <a:off x="45720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Было (12.10)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Подгонка A только к Matthews, свой параметр Vmax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Подгонка B только к Clements, свой параметр D_cleft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Две разные модели, параметры не согласованы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Clements Fig. 3C (уравнение авторов) использовался как данные</a:t>
            </a:r>
            <a:endParaRPr lang="en-US" sz="1300" dirty="0"/>
          </a:p>
        </p:txBody>
      </p:sp>
      <p:sp>
        <p:nvSpPr>
          <p:cNvPr id="5" name="now_card"/>
          <p:cNvSpPr/>
          <p:nvPr/>
        </p:nvSpPr>
        <p:spPr>
          <a:xfrm>
            <a:off x="475488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Стало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Одна модель: уравнение, решатель, D(r), Ω(r) из main.py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Один набор параметров для всех 60 точек из 7 наборов, χ² по всем сразу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Только измерения: Fig. 3C и Diamond &amp; Jahr стали проверкой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Новые данные: Matthews Fig. 2A, 2D, 3B, 3C (NMDA), 4C/4D (AMPA)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Сравнение с исходной моделью на тех же данных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Экспериментальные данные: что, когда, где и как усреднено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143000"/>
                <a:gridCol w="196596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Набор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Что измерено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Время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Расстояние, усреднение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Что накладываем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Matthews 1F, 2A, 2D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13 + 7 + 8 точек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пик ΔF/F датчика iGluSnFR / пик у бутона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максимум за 0-150 мс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0-6 мкм от бутона по линии скана; 6 / 15 бутонов, 26 событий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c(r,t) → кинетика датчика → PSF → нормировка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Matthews 3B, 11 точек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то же, источник: анкейджинг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максимум за 0-150 мс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0-5 мкм от точки; n = 10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источник в нейропиле, без щели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Matthews 3C, 5 точек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NMDA-ток шипика / ток при 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пик тока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0-2 мкм от шипика; 12 шипиков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c(d,t) → схема NMDA (Clements Fig. 3A)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Clements 1D D-AA / D-CPP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 + 5 точек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NMDA-EPSC с антагонистом / контроль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весь ход c(t) в щели, 0-10 мс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рецепторы на дне щели r &lt; a, среднее по площади; пары нейронов в культуре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схема NMDA + антагонист в равновесии до выброса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Matthews 4C / 4D, 10 + 15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AMPA-ток шипика, контроль / TBOA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пик тока (3-4 мс)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0-0,9 / 0-1,4 мкм; 27 / 21 шипик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схема AMPA (Jonas 1993); только проверка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Все точки сняты с рисунков статей автоматически (калибровка по делениям осей). σ: планка SEM или радиус маркера, если планка скрыта. Источник: data/experimental_points.json, копия для чтения: .xlsx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Отличия единой модели от исходной (main.py, config.py)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48840"/>
                <a:gridCol w="2514600"/>
                <a:gridCol w="2148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Исходная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Единая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Зачем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Уравнение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∂p/∂t = (1/r²)∂r[r²(D∂p/∂r − Ωp)]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то же + захват −Vmax·c/(Km + c)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при Vmax → 0 совпадает с исходным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Величина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вероятность p, нормировка на 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концентрация c, мкМ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датчик и рецепторы насыщаются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Геометрия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шар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щель-диск h = 20 нм при r ≤ a, снаружи нейропиль α = 0,2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шар радиуса 200 нм в 13 раз больше щели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Источник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гаусс σ = 500 нм, 1 импульс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 выброс, σ = 20 нм, N = 3028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одна везикула после одного ПД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 внутри / снаружи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 / 0,5 нм²/мкс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16,7 (подгонка) / 320 (Zheng 2008)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0,5 не даёт сигнала дальше 1 мкм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Дрейф Ω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0,05 / 0,15 нм/мкс, наружу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множитель s = -1,67: внутрь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соотношение 1:3 сохранено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Сетка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 мкм, 1 мс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10-20 мкм, 150 мс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данные до 6 мкм и 150 мс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Решатель solver/fp_solver.py не менялся. Добавлены режим геометрии cleft_disk и перевод в мкМ.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Результат: одна модель, χ² = 55,1 на 60 точках</a:t>
            </a:r>
            <a:endParaRPr lang="en-US" sz="2200" dirty="0"/>
          </a:p>
        </p:txBody>
      </p:sp>
      <p:pic>
        <p:nvPicPr>
          <p:cNvPr id="3" name="fit_main" descr="/tmp/claude-0/-home-claude/8973fcf4-e638-57f8-81cb-09d36204100d/scratchpad/deck2/fit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8412480" cy="3509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Чёрные точки - измерения, синие линии - одна модель с одним набором параметров (свободных 8). χ²/ст. св. = 1,06: отклонения в пределах погрешностей. Правый нижний график в подгонку не входил.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Сравнение вариантов модели на одних и тех же данных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"/>
                <a:gridCol w="1005840"/>
                <a:gridCol w="1097280"/>
                <a:gridCol w="100584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χ²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χ²/ст. св.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AIC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AMPA 4C + 4D (проверка)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Исходная модель (config.py)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984,2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16,4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984,2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1661,3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Единая модель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55,1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1,06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71,1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1048,7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Без дрейфа (Ω = 0)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92,1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1,74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106,1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957,0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Дрейф только в щели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82,0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1,58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98,0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950,9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D_cleft = 330 (измеренный)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200,0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3,77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214,0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1199,9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= 150 нм и захват из литературы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329,1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6,09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341,1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1726,5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Как читать: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AIC = χ² + 2k штрафует за число свободных параметров k; меньше - лучше. Разница больше 10 считается решающей. Дрейф внутрь улучшает AIC на 35, измеренный D в щели ухудшает χ² в 3,6 раза (проигрыш почти целиком на D-AA).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Подогнанные параметры и литература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2560320"/>
                <a:gridCol w="2468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Параметр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Подгонка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Литература / config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Оценка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 в щели, нм²/мкс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16,7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330 (Nielsen 2004); config: 10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эффективный, в 20 раз ниже измеренного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Радиус щели a, нм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110-150 (ЭМ)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на верхней границе поиска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Молекул в выбросе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3028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3000 (Zheng 2008), 7000 (Budisantoso 2013)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согласуется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Множитель дрейфа s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-1,67 ± 0,23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config: +1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хорошо определён; внутрь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Vmax захвата, мкМ/мкс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0,000036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≈ 3,6·10⁻³ (Lotter 2021)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данные к нему почти нечувствительны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PSF xy × z, мкм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0,70 × 1,3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 статье нет; типично 0,35-0,5 × 1,5-3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xy на границе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Молекул анкейджинга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1,81e+5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≈ 36 000 (оценка авторов)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в 5 раз больше оценки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Фиксированы по измерениям: D снаружи 320 нм²/мкс, α = 0,2, h = 20 нм, Km = 20 мкМ, датчик Kd 4,9 мкМ и 60 мс, константы NMDA и AMPA.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Что модель не воспроизводит: AMPA-ток (Matthews Fig. 4C, 4D)</a:t>
            </a:r>
            <a:endParaRPr lang="en-US" sz="2200" dirty="0"/>
          </a:p>
        </p:txBody>
      </p:sp>
      <p:pic>
        <p:nvPicPr>
          <p:cNvPr id="3" name="fit_ampa" descr="/tmp/claude-0/-home-claude/8973fcf4-e638-57f8-81cb-09d36204100d/scratchpad/deck2/fit_am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120640" cy="2205060"/>
          </a:xfrm>
          <a:prstGeom prst="rect">
            <a:avLst/>
          </a:prstGeom>
        </p:spPr>
      </p:pic>
      <p:sp>
        <p:nvSpPr>
          <p:cNvPr id="4" name="ampa_card"/>
          <p:cNvSpPr/>
          <p:nvPr/>
        </p:nvSpPr>
        <p:spPr>
          <a:xfrm>
            <a:off x="5669280" y="960120"/>
            <a:ext cx="3017520" cy="3566160"/>
          </a:xfrm>
          <a:prstGeom prst="roundRect">
            <a:avLst>
              <a:gd name="adj" fmla="val 242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1051560"/>
            <a:ext cx="2788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Почему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В модели профиль у источника плоский, в данных спад сразу (экспонента, λ = 450 нм).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TBOA удлиняет λ в 1,8 раза, а захват по Михаэлису-Ментену действует за мс, позже пика AMPA (3-4 мс). Нужен быстрый захват связыванием, как пишут сами авторы.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Подгонка с AMPA: χ² AMPA = 963,7 на 25 точках, остальные наборы почти не меняются.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91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Оранжевая линия - та же единая модель, AMPA в подгонку не входит. Проверено: ни число молекул, ни линейный захват, ни вытянутый источник форму не исправляют.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Выводы и вопросы</a:t>
            </a:r>
            <a:endParaRPr lang="en-US" sz="2200" dirty="0"/>
          </a:p>
        </p:txBody>
      </p:sp>
      <p:sp>
        <p:nvSpPr>
          <p:cNvPr id="3" name="concl"/>
          <p:cNvSpPr/>
          <p:nvPr/>
        </p:nvSpPr>
        <p:spPr>
          <a:xfrm>
            <a:off x="45720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</a:rPr>
              <a:t>Выводы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Модель курсовой с измеренным D снаружи и щелью-диском описывает 60 точек 7 наборов одним набором параметров (χ²/ст. св. 1,06).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Clements требует задержки глутамата в щели: эффективный D ≈ 17 нм²/мкс. Исходное значение 10 ближе к данным, чем измеренное 330.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Дрейф внутрь улучшает описание (ΔAIC = 35); в щели он объясним электродиффузией, снаружи - феноменологическая поправка.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AMPA-данные показывают, чего не хватает: быстрого связывания с транспортёрами.</a:t>
            </a:r>
            <a:endParaRPr lang="en-US" sz="1150" dirty="0"/>
          </a:p>
        </p:txBody>
      </p:sp>
      <p:sp>
        <p:nvSpPr>
          <p:cNvPr id="5" name="next"/>
          <p:cNvSpPr/>
          <p:nvPr/>
        </p:nvSpPr>
        <p:spPr>
          <a:xfrm>
            <a:off x="475488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Вопросы к руководителю и следующие шаги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Принимаем ли эффективный D_cleft или вводим связывание в щели явно?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Оставляем дрейф снаружи или заменяем буферизацией транспортёрами?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Добавить в решатель обратимое связывание с транспортёрами и подогнать AMPA 4C/4D.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</a:rPr>
              <a:t>Профили χ² для D_cleft, a, s вместо ковариационных ошибок.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FU Unified">
  <a:themeElements>
    <a:clrScheme name="SFU Unified">
      <a:dk1>
        <a:srgbClr val="232A31"/>
      </a:dk1>
      <a:lt1>
        <a:srgbClr val="FFFFFF"/>
      </a:lt1>
      <a:dk2>
        <a:srgbClr val="5D6E7E"/>
      </a:dk2>
      <a:lt2>
        <a:srgbClr val="EEF2F6"/>
      </a:lt2>
      <a:accent1>
        <a:srgbClr val="FF7431"/>
      </a:accent1>
      <a:accent2>
        <a:srgbClr val="5D6E7E"/>
      </a:accent2>
      <a:accent3>
        <a:srgbClr val="CED8E4"/>
      </a:accent3>
      <a:accent4>
        <a:srgbClr val="2A78D6"/>
      </a:accent4>
      <a:accent5>
        <a:srgbClr val="1BAF7A"/>
      </a:accent5>
      <a:accent6>
        <a:srgbClr val="B84A1A"/>
      </a:accent6>
      <a:hlink>
        <a:srgbClr val="2A78D6"/>
      </a:hlink>
      <a:folHlink>
        <a:srgbClr val="5D6E7E"/>
      </a:folHlink>
    </a:clrScheme>
    <a:fontScheme name="SFU Unifie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Единая модель диффузии глутамата</dc:title>
  <dc:subject>PptxGenJS Presentation</dc:subject>
  <dc:creator>Владислав, БФ23-05Б</dc:creator>
  <cp:lastModifiedBy>Владислав, БФ23-05Б</cp:lastModifiedBy>
  <cp:revision>1</cp:revision>
  <dcterms:created xsi:type="dcterms:W3CDTF">2026-10-12T19:33:59Z</dcterms:created>
  <dcterms:modified xsi:type="dcterms:W3CDTF">2026-10-12T19:33:59Z</dcterms:modified>
</cp:coreProperties>
</file>